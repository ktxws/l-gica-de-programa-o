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2" r:id="rId10"/>
    <p:sldId id="264" r:id="rId11"/>
    <p:sldId id="263" r:id="rId12"/>
    <p:sldId id="265" r:id="rId13"/>
    <p:sldId id="261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573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314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592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240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168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2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97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351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688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4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963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5813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F144F70-359D-C8BF-69B5-EA9A020257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r>
              <a:rPr lang="pt-BR" dirty="0"/>
              <a:t>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4AF3F2-B2C8-015F-4982-51523E00E5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/>
          </a:bodyPr>
          <a:lstStyle/>
          <a:p>
            <a:r>
              <a:rPr lang="pt-BR" dirty="0"/>
              <a:t>Aplicações práticas</a:t>
            </a:r>
          </a:p>
        </p:txBody>
      </p:sp>
      <p:pic>
        <p:nvPicPr>
          <p:cNvPr id="4" name="Picture 3" descr="Arte em círculo 3D néon">
            <a:extLst>
              <a:ext uri="{FF2B5EF4-FFF2-40B4-BE49-F238E27FC236}">
                <a16:creationId xmlns:a16="http://schemas.microsoft.com/office/drawing/2014/main" id="{11B09C19-D530-2448-A19A-7ED74B705A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69" r="13869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358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215918-066F-4B9E-EEA0-6F58B1BF6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Lógica de Programação e Fluxograma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E40373-2907-7E5E-3CFF-8B9BD89CB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4000" dirty="0"/>
              <a:t>	Vamos aprender os fundamentos da lógica de programação e como representar algoritmos com fluxogramas.</a:t>
            </a:r>
          </a:p>
        </p:txBody>
      </p:sp>
    </p:spTree>
    <p:extLst>
      <p:ext uri="{BB962C8B-B14F-4D97-AF65-F5344CB8AC3E}">
        <p14:creationId xmlns:p14="http://schemas.microsoft.com/office/powerpoint/2010/main" val="2825295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E4289-737C-6B55-1BA1-B612CDF3E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Lógica de Programação?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8B85F7-43BA-38F7-A29C-77269A97A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Lógica de programação é o conjunto de regras e sequências que definem como resolver problemas usando algoritmos.</a:t>
            </a:r>
          </a:p>
          <a:p>
            <a:r>
              <a:rPr lang="pt-BR" sz="3600" dirty="0"/>
              <a:t>Ajuda a pensar de forma estruturada e eficiente.</a:t>
            </a: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4631E-B2A8-6432-1A18-7D19FE401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Conceitos Básicos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E54DE1-4EB5-2CBC-FD64-33C190541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Algoritmo: sequência de passos para resolver um problema</a:t>
            </a:r>
          </a:p>
          <a:p>
            <a:r>
              <a:rPr lang="pt-BR" sz="2800" dirty="0"/>
              <a:t>Variáveis: espaços para armazenar dados</a:t>
            </a:r>
          </a:p>
          <a:p>
            <a:r>
              <a:rPr lang="pt-BR" sz="2800" dirty="0"/>
              <a:t>Operadores: símbolos que realizam operações (</a:t>
            </a:r>
            <a:r>
              <a:rPr lang="pt-BR" sz="2800" dirty="0" err="1"/>
              <a:t>ex</a:t>
            </a:r>
            <a:r>
              <a:rPr lang="pt-BR" sz="2800" dirty="0"/>
              <a:t>: +, -, *, /)</a:t>
            </a:r>
          </a:p>
          <a:p>
            <a:r>
              <a:rPr lang="pt-BR" sz="2800" dirty="0"/>
              <a:t>Condições: decisões baseadas em testes (</a:t>
            </a:r>
            <a:r>
              <a:rPr lang="pt-BR" sz="2800" dirty="0" err="1"/>
              <a:t>ex</a:t>
            </a:r>
            <a:r>
              <a:rPr lang="pt-BR" sz="2800" dirty="0"/>
              <a:t>: se... então...)</a:t>
            </a:r>
          </a:p>
          <a:p>
            <a:r>
              <a:rPr lang="pt-BR" sz="2800" dirty="0"/>
              <a:t>Laços: repetições de ações (</a:t>
            </a:r>
            <a:r>
              <a:rPr lang="pt-BR" sz="2800" dirty="0" err="1"/>
              <a:t>ex</a:t>
            </a:r>
            <a:r>
              <a:rPr lang="pt-BR" sz="2800" dirty="0"/>
              <a:t>: enquanto, para)</a:t>
            </a:r>
          </a:p>
        </p:txBody>
      </p:sp>
    </p:spTree>
    <p:extLst>
      <p:ext uri="{BB962C8B-B14F-4D97-AF65-F5344CB8AC3E}">
        <p14:creationId xmlns:p14="http://schemas.microsoft.com/office/powerpoint/2010/main" val="2820023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9B90B7-B6D7-A75C-4B8C-B9D671F01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Algoritmo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6CAEBE-F917-C8E5-5765-5D76375C9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3200" dirty="0"/>
              <a:t>	Problema: Verificar se um número é par ou ímpar</a:t>
            </a:r>
          </a:p>
          <a:p>
            <a:pPr marL="0" indent="0">
              <a:buNone/>
            </a:pPr>
            <a:r>
              <a:rPr lang="pt-BR" sz="3200" dirty="0"/>
              <a:t>Algoritmo: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3200" dirty="0"/>
              <a:t>Ler o número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3200" dirty="0"/>
              <a:t>Se o número % 2 == 0, então é par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3200" dirty="0"/>
              <a:t>Senão, é ímpar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3200" dirty="0"/>
              <a:t>Mostrar o resultado</a:t>
            </a:r>
          </a:p>
        </p:txBody>
      </p:sp>
    </p:spTree>
    <p:extLst>
      <p:ext uri="{BB962C8B-B14F-4D97-AF65-F5344CB8AC3E}">
        <p14:creationId xmlns:p14="http://schemas.microsoft.com/office/powerpoint/2010/main" val="4014506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79EAB1-587F-86C4-6D72-F6A9907FC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Dicas para a criação de um algoritmo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084CB5-B6EE-CF3D-E29C-D5A0BEF10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pt-BR" sz="4000" dirty="0"/>
              <a:t>Entenda bem o problema. </a:t>
            </a:r>
          </a:p>
          <a:p>
            <a:pPr marL="265176" lvl="1" indent="0">
              <a:buNone/>
            </a:pPr>
            <a:r>
              <a:rPr lang="pt-BR" sz="3600" dirty="0"/>
              <a:t>Antes de começar, leia com atenção e compreenda o que precisa ser resolvido. Pergunte-se:</a:t>
            </a:r>
          </a:p>
          <a:p>
            <a:pPr marL="265176" lvl="1" indent="0">
              <a:buNone/>
            </a:pPr>
            <a:r>
              <a:rPr lang="pt-BR" sz="3600" dirty="0"/>
              <a:t>Quais são os dados de entrada?</a:t>
            </a:r>
          </a:p>
          <a:p>
            <a:pPr marL="265176" lvl="1" indent="0">
              <a:buNone/>
            </a:pPr>
            <a:r>
              <a:rPr lang="pt-BR" sz="3600" dirty="0"/>
              <a:t>Qual é o resultado esperado?</a:t>
            </a:r>
          </a:p>
          <a:p>
            <a:pPr marL="265176" lvl="1" indent="0">
              <a:buNone/>
            </a:pPr>
            <a:r>
              <a:rPr lang="pt-BR" sz="3600" dirty="0"/>
              <a:t>Existem regras ou restrições?</a:t>
            </a:r>
          </a:p>
        </p:txBody>
      </p:sp>
    </p:spTree>
    <p:extLst>
      <p:ext uri="{BB962C8B-B14F-4D97-AF65-F5344CB8AC3E}">
        <p14:creationId xmlns:p14="http://schemas.microsoft.com/office/powerpoint/2010/main" val="2766080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EE4C3-C9B7-FC18-0D99-AE3FC287D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5B9284-CE16-203C-28CB-090546953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Dicas para a criação de um algoritmo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65FEBF-D6C7-F156-F372-A896D047D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742950" indent="-742950">
              <a:buFont typeface="+mj-lt"/>
              <a:buAutoNum type="arabicPeriod" startAt="2"/>
            </a:pPr>
            <a:r>
              <a:rPr lang="pt-BR" sz="4000" dirty="0"/>
              <a:t>Ignore seu conhecimento prévio. </a:t>
            </a:r>
          </a:p>
          <a:p>
            <a:pPr marL="265176" lvl="1" indent="0">
              <a:buNone/>
            </a:pPr>
            <a:r>
              <a:rPr lang="pt-BR" sz="3600" dirty="0"/>
              <a:t>Quando você acorda e sai da cama, acaba realizando uma série de coisas que nem precisou ‘pensar’ para realizá-la. Uma máquina não esse seu conhecimento. Muitas vezes é necessário transformar essa ação em pequenos passos para descrevê-los.</a:t>
            </a:r>
          </a:p>
        </p:txBody>
      </p:sp>
    </p:spTree>
    <p:extLst>
      <p:ext uri="{BB962C8B-B14F-4D97-AF65-F5344CB8AC3E}">
        <p14:creationId xmlns:p14="http://schemas.microsoft.com/office/powerpoint/2010/main" val="630075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CA04B-7345-947B-9D37-2B5B7FFDA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DBD222-7BC4-F29C-ACCD-F49A69301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Dicas para a criação de um algoritmo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8E24F0-FBBC-E6C3-C1B2-84AF1E484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buFont typeface="+mj-lt"/>
              <a:buAutoNum type="arabicPeriod" startAt="3"/>
            </a:pPr>
            <a:r>
              <a:rPr lang="pt-BR" sz="4000" dirty="0"/>
              <a:t>Tudo que é cíclico, precisa ser desfeito. </a:t>
            </a:r>
          </a:p>
          <a:p>
            <a:pPr marL="265176" lvl="1" indent="0">
              <a:buNone/>
            </a:pPr>
            <a:r>
              <a:rPr lang="pt-BR" sz="3600" dirty="0"/>
              <a:t>Caso você faça uma ação repetitiva ou que precisa ser desfeita (tipo quando se abre uma gaveta), é necessário ter em mente que citar a ação e desfazê-la no seu algoritmo.</a:t>
            </a:r>
          </a:p>
        </p:txBody>
      </p:sp>
    </p:spTree>
    <p:extLst>
      <p:ext uri="{BB962C8B-B14F-4D97-AF65-F5344CB8AC3E}">
        <p14:creationId xmlns:p14="http://schemas.microsoft.com/office/powerpoint/2010/main" val="300636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F099C-16F3-EDAB-6267-AC58A077D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341DFA-12DB-AA61-2BA2-460110DAB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Dicas para a criação de um algoritmo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800F3D-B7BB-603A-07D1-AF085D365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buFont typeface="+mj-lt"/>
              <a:buAutoNum type="arabicPeriod" startAt="4"/>
            </a:pPr>
            <a:r>
              <a:rPr lang="pt-BR" sz="4000" dirty="0"/>
              <a:t>Seja claro e objetivo. </a:t>
            </a:r>
          </a:p>
          <a:p>
            <a:pPr marL="265176" lvl="1" indent="0">
              <a:buNone/>
            </a:pPr>
            <a:r>
              <a:rPr lang="pt-BR" sz="3600" dirty="0"/>
              <a:t>Evite passos confusos ou ambíguos. Um bom algoritmo pode ser seguido por qualquer pessoa com o mínimo de instrução.</a:t>
            </a:r>
          </a:p>
        </p:txBody>
      </p:sp>
    </p:spTree>
    <p:extLst>
      <p:ext uri="{BB962C8B-B14F-4D97-AF65-F5344CB8AC3E}">
        <p14:creationId xmlns:p14="http://schemas.microsoft.com/office/powerpoint/2010/main" val="962984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AAF2DB-CF91-960F-5900-254CB62A3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91537F-DE3D-4CA5-CD30-F1EB5CCAD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4400" dirty="0"/>
              <a:t>	Crie seu algoritmo para realizar a atividade: </a:t>
            </a:r>
          </a:p>
          <a:p>
            <a:pPr marL="0" indent="0" algn="ctr">
              <a:buNone/>
            </a:pPr>
            <a:r>
              <a:rPr lang="pt-BR" sz="4400" dirty="0"/>
              <a:t>ESCOVAR OS DENTES</a:t>
            </a:r>
          </a:p>
        </p:txBody>
      </p:sp>
    </p:spTree>
    <p:extLst>
      <p:ext uri="{BB962C8B-B14F-4D97-AF65-F5344CB8AC3E}">
        <p14:creationId xmlns:p14="http://schemas.microsoft.com/office/powerpoint/2010/main" val="2077637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9B8515-981A-C25F-D500-E9190757D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 Fluxograma?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9CD506-A3F3-E7B2-96AD-07DFF123B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4000" dirty="0"/>
              <a:t>Fluxograma é uma representação gráfica de um algoritmo.</a:t>
            </a:r>
          </a:p>
          <a:p>
            <a:pPr marL="0" indent="0">
              <a:buNone/>
            </a:pPr>
            <a:r>
              <a:rPr lang="pt-BR" sz="4000" dirty="0"/>
              <a:t>Utiliza símbolos para mostrar o fluxo de execução de um programa.</a:t>
            </a:r>
          </a:p>
        </p:txBody>
      </p:sp>
    </p:spTree>
    <p:extLst>
      <p:ext uri="{BB962C8B-B14F-4D97-AF65-F5344CB8AC3E}">
        <p14:creationId xmlns:p14="http://schemas.microsoft.com/office/powerpoint/2010/main" val="3344240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D96342A-4417-A64F-F456-8E4884F58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893" y="1"/>
            <a:ext cx="103521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066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34261-1269-F308-F9CC-C74A0DACF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Símbolos de Fluxograma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B4C52F-47E8-26DA-D572-573CF6C03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4000" dirty="0"/>
              <a:t>- Elipse: início/fim</a:t>
            </a:r>
          </a:p>
          <a:p>
            <a:pPr marL="0" indent="0">
              <a:buNone/>
            </a:pPr>
            <a:r>
              <a:rPr lang="pt-BR" sz="4000" dirty="0"/>
              <a:t>- Retângulo: processo</a:t>
            </a:r>
          </a:p>
          <a:p>
            <a:pPr marL="0" indent="0">
              <a:buNone/>
            </a:pPr>
            <a:r>
              <a:rPr lang="pt-BR" sz="4000" dirty="0"/>
              <a:t>- Losango: decisão</a:t>
            </a:r>
          </a:p>
          <a:p>
            <a:pPr marL="0" indent="0">
              <a:buNone/>
            </a:pPr>
            <a:r>
              <a:rPr lang="pt-BR" sz="4000" dirty="0"/>
              <a:t>- Paralelogramo: entrada/saída</a:t>
            </a:r>
          </a:p>
          <a:p>
            <a:pPr marL="0" indent="0">
              <a:buNone/>
            </a:pPr>
            <a:r>
              <a:rPr lang="pt-BR" sz="4000" dirty="0"/>
              <a:t>- Setas: direção do fluxo</a:t>
            </a:r>
          </a:p>
        </p:txBody>
      </p:sp>
    </p:spTree>
    <p:extLst>
      <p:ext uri="{BB962C8B-B14F-4D97-AF65-F5344CB8AC3E}">
        <p14:creationId xmlns:p14="http://schemas.microsoft.com/office/powerpoint/2010/main" val="2623774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1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4986236-2B75-84C8-C0CD-A40E62016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17" y="952500"/>
            <a:ext cx="4124557" cy="35242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Exemplo de Fluxograma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AF0A9B-5C24-C584-DAE2-8B8FF159E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117" y="5374290"/>
            <a:ext cx="4747837" cy="121901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cap="all" spc="300" dirty="0" err="1"/>
              <a:t>Fluxograma</a:t>
            </a:r>
            <a:r>
              <a:rPr lang="en-US" sz="2400" b="1" cap="all" spc="300" dirty="0"/>
              <a:t> para </a:t>
            </a:r>
            <a:r>
              <a:rPr lang="en-US" sz="2400" b="1" cap="all" spc="300" dirty="0" err="1"/>
              <a:t>verificar</a:t>
            </a:r>
            <a:r>
              <a:rPr lang="en-US" sz="2400" b="1" cap="all" spc="300" dirty="0"/>
              <a:t> se um </a:t>
            </a:r>
            <a:r>
              <a:rPr lang="en-US" sz="2400" b="1" cap="all" spc="300" dirty="0" err="1"/>
              <a:t>número</a:t>
            </a:r>
            <a:r>
              <a:rPr lang="en-US" sz="2400" b="1" cap="all" spc="300" dirty="0"/>
              <a:t> é par </a:t>
            </a:r>
            <a:r>
              <a:rPr lang="en-US" sz="2400" b="1" cap="all" spc="300" dirty="0" err="1"/>
              <a:t>ou</a:t>
            </a:r>
            <a:r>
              <a:rPr lang="en-US" sz="2400" b="1" cap="all" spc="300" dirty="0"/>
              <a:t> </a:t>
            </a:r>
            <a:r>
              <a:rPr lang="en-US" sz="2400" b="1" cap="all" spc="300" dirty="0" err="1"/>
              <a:t>ímpar</a:t>
            </a:r>
            <a:r>
              <a:rPr lang="en-US" sz="2400" b="1" cap="all" spc="300" dirty="0"/>
              <a:t>:</a:t>
            </a:r>
          </a:p>
        </p:txBody>
      </p:sp>
      <p:cxnSp>
        <p:nvCxnSpPr>
          <p:cNvPr id="18" name="Straight Connector 13">
            <a:extLst>
              <a:ext uri="{FF2B5EF4-FFF2-40B4-BE49-F238E27FC236}">
                <a16:creationId xmlns:a16="http://schemas.microsoft.com/office/drawing/2014/main" id="{A2D508B3-A66C-833E-D929-8DC211635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2088" y="488272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0541AA11-1CB5-5DC7-4455-9205842DB0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2" r="-1" b="-1"/>
          <a:stretch>
            <a:fillRect/>
          </a:stretch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04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811048-B587-C56B-C813-0171CA2E0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D98C18-3E8A-D1E9-A31F-74DBAAC60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4800" dirty="0"/>
              <a:t>Crie seu fluxograma para representar seu algoritmo: </a:t>
            </a:r>
          </a:p>
          <a:p>
            <a:pPr marL="0" indent="0" algn="ctr">
              <a:buNone/>
            </a:pPr>
            <a:r>
              <a:rPr lang="pt-BR" sz="4800" dirty="0"/>
              <a:t>ESCOVAR OS DENTES</a:t>
            </a:r>
          </a:p>
          <a:p>
            <a:pPr marL="0" indent="0">
              <a:buNone/>
            </a:pP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2886371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67556-F07E-D403-6D00-F3E87CE6A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 1: Algoritmo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0DC769-5F1F-8EAA-E5EC-A178F3E0A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4000" dirty="0"/>
              <a:t>Escreva um algoritmo para:</a:t>
            </a:r>
          </a:p>
          <a:p>
            <a:pPr marL="0" indent="0">
              <a:buNone/>
            </a:pPr>
            <a:r>
              <a:rPr lang="pt-BR" sz="4000" dirty="0"/>
              <a:t>Calcular a média de três notas</a:t>
            </a:r>
          </a:p>
          <a:p>
            <a:pPr marL="0" indent="0">
              <a:buNone/>
            </a:pPr>
            <a:r>
              <a:rPr lang="pt-BR" sz="4000" dirty="0"/>
              <a:t>Verificar se o aluno está aprovado (média &gt;= 6)</a:t>
            </a:r>
          </a:p>
          <a:p>
            <a:pPr marL="0" indent="0">
              <a:buNone/>
            </a:pPr>
            <a:r>
              <a:rPr lang="pt-BR" sz="4000" dirty="0"/>
              <a:t>Mostrar a situação do aluno</a:t>
            </a:r>
          </a:p>
        </p:txBody>
      </p:sp>
    </p:spTree>
    <p:extLst>
      <p:ext uri="{BB962C8B-B14F-4D97-AF65-F5344CB8AC3E}">
        <p14:creationId xmlns:p14="http://schemas.microsoft.com/office/powerpoint/2010/main" val="4213129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4904C4-7F73-D8F6-7834-A3F6C94DC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 2: Fluxograma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D1BA6C-5425-CAC2-6CFA-8BE08B43E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4400" dirty="0"/>
              <a:t>Desenhe o fluxograma do algoritmo da Atividade 1.</a:t>
            </a:r>
          </a:p>
          <a:p>
            <a:pPr marL="0" indent="0">
              <a:buNone/>
            </a:pPr>
            <a:r>
              <a:rPr lang="pt-BR" sz="4400" dirty="0"/>
              <a:t>Use os símbolos corretos e organize o fluxo de forma clara.</a:t>
            </a:r>
          </a:p>
        </p:txBody>
      </p:sp>
    </p:spTree>
    <p:extLst>
      <p:ext uri="{BB962C8B-B14F-4D97-AF65-F5344CB8AC3E}">
        <p14:creationId xmlns:p14="http://schemas.microsoft.com/office/powerpoint/2010/main" val="1417993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D2AC0A-F3EF-C4B5-6381-5EE7B4807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Reflexão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39F719-FC99-2FD7-77E8-4ACDD7582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4000" dirty="0"/>
              <a:t>- Como a lógica de programação pode ajudar em outras disciplinas?</a:t>
            </a:r>
          </a:p>
          <a:p>
            <a:pPr marL="0" indent="0">
              <a:buNone/>
            </a:pPr>
            <a:r>
              <a:rPr lang="pt-BR" sz="4000" dirty="0"/>
              <a:t>- Você já usou algum tipo de algoritmo no seu dia a dia?</a:t>
            </a:r>
          </a:p>
        </p:txBody>
      </p:sp>
    </p:spTree>
    <p:extLst>
      <p:ext uri="{BB962C8B-B14F-4D97-AF65-F5344CB8AC3E}">
        <p14:creationId xmlns:p14="http://schemas.microsoft.com/office/powerpoint/2010/main" val="196534348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1DE4CC1E416FC41B4A5464FA2F23285" ma:contentTypeVersion="9" ma:contentTypeDescription="Crie um novo documento." ma:contentTypeScope="" ma:versionID="d39470d6f4570a3a4133e64e3416ff20">
  <xsd:schema xmlns:xsd="http://www.w3.org/2001/XMLSchema" xmlns:xs="http://www.w3.org/2001/XMLSchema" xmlns:p="http://schemas.microsoft.com/office/2006/metadata/properties" xmlns:ns3="1a245f62-c21f-4e90-ae1a-09051e254a77" xmlns:ns4="cae14170-a4a9-4515-826c-c116231f5018" targetNamespace="http://schemas.microsoft.com/office/2006/metadata/properties" ma:root="true" ma:fieldsID="e5140a4e1269c13ca1667397bdc60346" ns3:_="" ns4:_="">
    <xsd:import namespace="1a245f62-c21f-4e90-ae1a-09051e254a77"/>
    <xsd:import namespace="cae14170-a4a9-4515-826c-c116231f501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245f62-c21f-4e90-ae1a-09051e254a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e14170-a4a9-4515-826c-c116231f501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a245f62-c21f-4e90-ae1a-09051e254a77" xsi:nil="true"/>
  </documentManagement>
</p:properties>
</file>

<file path=customXml/itemProps1.xml><?xml version="1.0" encoding="utf-8"?>
<ds:datastoreItem xmlns:ds="http://schemas.openxmlformats.org/officeDocument/2006/customXml" ds:itemID="{8E142FB1-B4AA-44CA-8255-D45F535D8E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245f62-c21f-4e90-ae1a-09051e254a77"/>
    <ds:schemaRef ds:uri="cae14170-a4a9-4515-826c-c116231f50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7D9306-AFB3-4021-A381-587BA17115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6B875F2-1587-4932-8DFE-5B81085E5D1E}">
  <ds:schemaRefs>
    <ds:schemaRef ds:uri="cae14170-a4a9-4515-826c-c116231f5018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purl.org/dc/terms/"/>
    <ds:schemaRef ds:uri="1a245f62-c21f-4e90-ae1a-09051e254a77"/>
    <ds:schemaRef ds:uri="http://purl.org/dc/dcmitype/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516</Words>
  <Application>Microsoft Office PowerPoint</Application>
  <PresentationFormat>Widescreen</PresentationFormat>
  <Paragraphs>63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1" baseType="lpstr">
      <vt:lpstr>Arial</vt:lpstr>
      <vt:lpstr>Grandview Display</vt:lpstr>
      <vt:lpstr>DashVTI</vt:lpstr>
      <vt:lpstr>Lógica de programação</vt:lpstr>
      <vt:lpstr>Lógica de Programação e Fluxograma</vt:lpstr>
      <vt:lpstr>O que é Lógica de Programação?</vt:lpstr>
      <vt:lpstr>Conceitos Básicos</vt:lpstr>
      <vt:lpstr>Exemplo de Algoritmo</vt:lpstr>
      <vt:lpstr>Dicas para a criação de um algoritmo</vt:lpstr>
      <vt:lpstr>Dicas para a criação de um algoritmo</vt:lpstr>
      <vt:lpstr>Dicas para a criação de um algoritmo</vt:lpstr>
      <vt:lpstr>Dicas para a criação de um algoritmo</vt:lpstr>
      <vt:lpstr>Atividade</vt:lpstr>
      <vt:lpstr>O que é um Fluxograma?</vt:lpstr>
      <vt:lpstr>Apresentação do PowerPoint</vt:lpstr>
      <vt:lpstr>Principais Símbolos de Fluxograma</vt:lpstr>
      <vt:lpstr>Exemplo de Fluxograma</vt:lpstr>
      <vt:lpstr>Atividade</vt:lpstr>
      <vt:lpstr>Atividade 1: Algoritmo</vt:lpstr>
      <vt:lpstr>Atividade 2: Fluxograma</vt:lpstr>
      <vt:lpstr>Reflexão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CESAR MARTIMIANO</dc:creator>
  <cp:lastModifiedBy>PAULO CESAR MARTIMIANO</cp:lastModifiedBy>
  <cp:revision>1</cp:revision>
  <dcterms:created xsi:type="dcterms:W3CDTF">2025-09-15T12:53:18Z</dcterms:created>
  <dcterms:modified xsi:type="dcterms:W3CDTF">2025-09-15T13:33:40Z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0x01010051DE4CC1E416FC41B4A5464FA2F23285</vt:lpwstr>
  </property>
</Properties>
</file>